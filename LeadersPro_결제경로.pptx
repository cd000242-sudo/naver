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835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1121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Pro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결제경로 안내서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0" y="3291840"/>
            <a:ext cx="393192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566160"/>
            <a:ext cx="1121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8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토스페이먼츠 빌링결제 카드사 심사용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11216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 https://www.leaderspro.kr</a:t>
            </a:r>
            <a:endParaRPr lang="en-US" sz="1300" dirty="0"/>
          </a:p>
          <a:p>
            <a:pPr marL="0" indent="0" algn="ctr">
              <a:lnSpc>
                <a:spcPct val="18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캡처 일시: 2026.04.03 06:02</a:t>
            </a:r>
            <a:endParaRPr lang="en-US" sz="1300" dirty="0"/>
          </a:p>
          <a:p>
            <a:pPr marL="0" indent="0" algn="ctr">
              <a:lnSpc>
                <a:spcPct val="18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제출자  박성현 (cd000242@gmail.com)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69848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627632"/>
            <a:ext cx="457200" cy="457200"/>
          </a:xfrm>
          <a:prstGeom prst="ellipse">
            <a:avLst/>
          </a:prstGeom>
          <a:solidFill>
            <a:srgbClr val="1A1A22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1554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페이지 (랜딩)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0" y="15544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https://www.leaderspro.kr/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97280" y="2240280"/>
            <a:ext cx="10332720" cy="4572"/>
          </a:xfrm>
          <a:prstGeom prst="rect">
            <a:avLst/>
          </a:prstGeom>
          <a:solidFill>
            <a:srgbClr val="1A1A22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404872"/>
            <a:ext cx="457200" cy="457200"/>
          </a:xfrm>
          <a:prstGeom prst="ellipse">
            <a:avLst/>
          </a:prstGeom>
          <a:solidFill>
            <a:srgbClr val="1A1A22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23317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소개 페이지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0" y="23317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https://www.leaderspro.kr/products.html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97280" y="3017520"/>
            <a:ext cx="10332720" cy="4572"/>
          </a:xfrm>
          <a:prstGeom prst="rect">
            <a:avLst/>
          </a:prstGeom>
          <a:solidFill>
            <a:srgbClr val="1A1A22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7280" y="3182112"/>
            <a:ext cx="457200" cy="457200"/>
          </a:xfrm>
          <a:prstGeom prst="ellipse">
            <a:avLst/>
          </a:prstGeom>
          <a:solidFill>
            <a:srgbClr val="1A1A22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28800" y="31089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요금제 페이지 — 플랜 목록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0" y="31089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https://www.leaderspro.kr/pricing.html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97280" y="3794760"/>
            <a:ext cx="10332720" cy="4572"/>
          </a:xfrm>
          <a:prstGeom prst="rect">
            <a:avLst/>
          </a:prstGeom>
          <a:solidFill>
            <a:srgbClr val="1A1A22"/>
          </a:solidFill>
          <a:ln/>
        </p:spPr>
      </p:sp>
      <p:sp>
        <p:nvSpPr>
          <p:cNvPr id="20" name="Shape 18"/>
          <p:cNvSpPr/>
          <p:nvPr/>
        </p:nvSpPr>
        <p:spPr>
          <a:xfrm>
            <a:off x="1097280" y="3959352"/>
            <a:ext cx="457200" cy="457200"/>
          </a:xfrm>
          <a:prstGeom prst="ellipse">
            <a:avLst/>
          </a:prstGeom>
          <a:solidFill>
            <a:srgbClr val="1A1A22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28800" y="3886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요금제 페이지 — 플랜 선택 및 결제 진행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44000" y="38862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https://www.leaderspro.kr/pricing.html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97280" y="4572000"/>
            <a:ext cx="10332720" cy="4572"/>
          </a:xfrm>
          <a:prstGeom prst="rect">
            <a:avLst/>
          </a:prstGeom>
          <a:solidFill>
            <a:srgbClr val="1A1A22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7280" y="4736592"/>
            <a:ext cx="457200" cy="457200"/>
          </a:xfrm>
          <a:prstGeom prst="ellipse">
            <a:avLst/>
          </a:prstGeom>
          <a:solidFill>
            <a:srgbClr val="1A1A22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4736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828800" y="46634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토스페이먼츠 결제창 (빌링키 등록)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144000" y="46634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https://www.leaderspro.kr/pricing.html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97280" y="5349240"/>
            <a:ext cx="10332720" cy="4572"/>
          </a:xfrm>
          <a:prstGeom prst="rect">
            <a:avLst/>
          </a:prstGeom>
          <a:solidFill>
            <a:srgbClr val="1A1A22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7280" y="5513832"/>
            <a:ext cx="457200" cy="457200"/>
          </a:xfrm>
          <a:prstGeom prst="ellipse">
            <a:avLst/>
          </a:prstGeom>
          <a:solidFill>
            <a:srgbClr val="1A1A22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5513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828800" y="54406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완료 및 라이선스 발급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144000" y="54406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https://www.leaderspro.kr/pricing.html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12192000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메인 페이지 (랜딩)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3657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D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https://www.leaderspro.kr/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73152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캡처 일시: 2026.04.03 06:02</a:t>
            </a:r>
            <a:endParaRPr lang="en-US" sz="900" dirty="0"/>
          </a:p>
        </p:txBody>
      </p:sp>
      <p:pic>
        <p:nvPicPr>
          <p:cNvPr id="17" name="그림 16" descr="텍스트, 스크린샷, 만화 영화, 그래픽 디자인이(가) 표시된 사진">
            <a:extLst>
              <a:ext uri="{FF2B5EF4-FFF2-40B4-BE49-F238E27FC236}">
                <a16:creationId xmlns:a16="http://schemas.microsoft.com/office/drawing/2014/main" id="{FE8177BB-2C8C-CDEF-A15A-DEF02356E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17" y="932688"/>
            <a:ext cx="11489766" cy="56696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12192000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제품 소개 페이지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3657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D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https://www.leaderspro.kr/products.html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73152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캡처 일시: 2026.04.03 06:02</a:t>
            </a:r>
            <a:endParaRPr lang="en-US" sz="900" dirty="0"/>
          </a:p>
        </p:txBody>
      </p:sp>
      <p:pic>
        <p:nvPicPr>
          <p:cNvPr id="9" name="그림 8" descr="텍스트, 스크린샷, 소프트웨어, 웹사이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34E39A1-A2BC-B1D0-5086-C5ACF84FD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841248"/>
            <a:ext cx="11887200" cy="57200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12192000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요금제 페이지 — 플랜 목록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3657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D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https://www.leaderspro.kr/pricing.html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73152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캡처 일시: 2026.04.03 06:02</a:t>
            </a:r>
            <a:endParaRPr lang="en-US" sz="900" dirty="0"/>
          </a:p>
        </p:txBody>
      </p:sp>
      <p:pic>
        <p:nvPicPr>
          <p:cNvPr id="11" name="그림 10" descr="텍스트, 스크린샷, 소프트웨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536AA32-7DBC-8824-C80A-96CD7B141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4128"/>
            <a:ext cx="12111135" cy="56665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12192000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요금제 페이지 — 플랜 선택 및 결제 진행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3657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D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https://www.leaderspro.kr/pricing.html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73152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캡처 일시: 2026.04.03 06:02</a:t>
            </a:r>
            <a:endParaRPr lang="en-US" sz="900" dirty="0"/>
          </a:p>
        </p:txBody>
      </p:sp>
      <p:pic>
        <p:nvPicPr>
          <p:cNvPr id="9" name="그림 8" descr="텍스트, 스크린샷, 소프트웨어, 멀티미디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7E0E502-34CA-C0AE-AD15-817691053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66" y="932688"/>
            <a:ext cx="11653934" cy="57770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12192000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토스페이먼츠 결제창 (빌링키 등록)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3657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D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https://www.leaderspro.kr/pricing.html → 토스페이먼츠 위젯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73152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캡처 일시: 2026.04.03 06:02</a:t>
            </a:r>
            <a:endParaRPr lang="en-US" sz="900" dirty="0"/>
          </a:p>
        </p:txBody>
      </p:sp>
      <p:pic>
        <p:nvPicPr>
          <p:cNvPr id="9" name="그림 8" descr="텍스트, 스크린샷, 소프트웨어, 컴퓨터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5A6A5C4-B322-6D8A-957A-B8E448C8C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74" y="996696"/>
            <a:ext cx="11859208" cy="57168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12192000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결제 완료 및 라이선스 발급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3657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D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https://www.leaderspro.kr/pricing.html → 결제 완료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73152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캡처 일시: 2026.04.03 06:02</a:t>
            </a:r>
            <a:endParaRPr lang="en-US" sz="900" dirty="0"/>
          </a:p>
        </p:txBody>
      </p:sp>
      <p:pic>
        <p:nvPicPr>
          <p:cNvPr id="9" name="그림 8" descr="텍스트, 스크린샷, 소프트웨어, 멀티미디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BF7AE78-AA81-C935-01DF-D350EF5A4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882" y="841248"/>
            <a:ext cx="3937518" cy="58907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12192000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부록: 서비스 제공 방식 및 구독 구조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669280" cy="5303520"/>
          </a:xfrm>
          <a:prstGeom prst="roundRect">
            <a:avLst>
              <a:gd name="adj" fmla="val 1724"/>
            </a:avLst>
          </a:prstGeom>
          <a:solidFill>
            <a:srgbClr val="111116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정기구독 결제 구조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결제 방식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토스페이먼츠 빌링결제 (자동 정기결제)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구독 주기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1개월 / 3개월 / 1년 선택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갱신 방식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선택한 주기마다 빌링키 기반 자동 카드 결제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해지 방법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고객지원을 통해 언제든 해지 가능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구독 해지 시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남은 기간까지 사용 → 만료 후 자동 비활성화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005840"/>
            <a:ext cx="5669280" cy="5303520"/>
          </a:xfrm>
          <a:prstGeom prst="roundRect">
            <a:avLst>
              <a:gd name="adj" fmla="val 1724"/>
            </a:avLst>
          </a:prstGeom>
          <a:solidFill>
            <a:srgbClr val="111116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188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라이선스 코드 역할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173736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라이선스 코드란?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데스크톱 앱(Electron) 활성화용 인증키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결제 완료 시 자동 생성 → 이메일 발송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구독 중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자동 갱신 결제 시 라이선스 유효기간 연장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동일 코드로 계속 사용 가능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구독 만료 시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앱 실행 → 서버 검증(verify-license API)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만료 확인 → 기능 제한 → 재결제 안내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빌링키 기반 자동 정기결제이며,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라이선스 코드는 앱 인증 수단입니다.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해지 시 서버에서 자동 회수됩니다.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436</Words>
  <Application>Microsoft Office PowerPoint</Application>
  <PresentationFormat>와이드스크린</PresentationFormat>
  <Paragraphs>84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Leaders Pro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Leaders Pro 결제경로</dc:title>
  <dc:subject>토스페이먼츠 빌링결제 심사 - 결제경로 파일</dc:subject>
  <dc:creator>Leaders Pro</dc:creator>
  <cp:lastModifiedBy>seonghyun park</cp:lastModifiedBy>
  <cp:revision>2</cp:revision>
  <dcterms:created xsi:type="dcterms:W3CDTF">2026-04-02T21:02:46Z</dcterms:created>
  <dcterms:modified xsi:type="dcterms:W3CDTF">2026-04-02T21:15:41Z</dcterms:modified>
</cp:coreProperties>
</file>